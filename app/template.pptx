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E81F2-E0C7-BB7A-ABDD-69E72B4AB9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367B76-C01B-F970-CB03-4EEB6B1A8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C63B4F-671D-4CB9-5C12-C7AAE5D38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45628-82B2-444F-A944-D46C29B5F5FF}" type="datetimeFigureOut">
              <a:rPr lang="es-CL" smtClean="0"/>
              <a:t>09-01-2026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D8EAC3-DF25-F86B-DAB4-CE813FD8C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404057-E18C-1EB4-7A84-1C0BA075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8066-1315-42DE-8AE8-B0D8D03500A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6595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6BB266-68EA-484C-40D5-5F4210BA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CBADE8-0B14-3069-9380-7448873E2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174258-88B0-16C0-2DE1-90F1AC735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45628-82B2-444F-A944-D46C29B5F5FF}" type="datetimeFigureOut">
              <a:rPr lang="es-CL" smtClean="0"/>
              <a:t>09-01-2026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2FDDEC-1DF2-C15A-4032-1FA65BAF3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90D889-73B3-C4E2-CCBD-FDCE1E065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8066-1315-42DE-8AE8-B0D8D03500A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71135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DBD10-B6AE-459C-0506-D68FC8060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840EE4-E7A0-7814-8FAE-267376E0E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666723-BF17-5444-0CBE-5F71A88B3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45628-82B2-444F-A944-D46C29B5F5FF}" type="datetimeFigureOut">
              <a:rPr lang="es-CL" smtClean="0"/>
              <a:t>09-01-2026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EF2637-D61B-BBA2-67E7-B3ED2734F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180F85-0C0D-A0FD-D28A-5C48EFEB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8066-1315-42DE-8AE8-B0D8D03500A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7056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C4E820-7649-7207-A90F-A94C8CB2C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E5769B-74B3-B950-A4CA-49D659ED6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DF1CFB-8708-F5A6-6923-21B71DE46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FB61E51-BB20-23AE-0647-0ED51867D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45628-82B2-444F-A944-D46C29B5F5FF}" type="datetimeFigureOut">
              <a:rPr lang="es-CL" smtClean="0"/>
              <a:t>09-01-2026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9B33DE-341D-DB13-E1E5-84639570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62320A3-0132-C1A1-755F-86471277A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8066-1315-42DE-8AE8-B0D8D03500A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40084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8CCC9-62DE-1437-FD48-579E20677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D18E4E-AF91-48A2-038E-EE2C6C340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10EF76D-CF42-A982-E116-65B468416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4A92A3-213E-45A3-A23E-7104F410BC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5C2BAD2-B7D3-4443-9ACF-114248F2C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FCE0985-42AD-AB71-90CC-4987C3E72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45628-82B2-444F-A944-D46C29B5F5FF}" type="datetimeFigureOut">
              <a:rPr lang="es-CL" smtClean="0"/>
              <a:t>09-01-2026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16D91D9-D186-FB9B-C4FF-AC736EE66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538AFF-B616-D04F-3E48-7AB60DE1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8066-1315-42DE-8AE8-B0D8D03500A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153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789F5-F52C-CFD5-36E7-D2B0846B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C7E9930-680D-9D34-47A6-A3973174B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45628-82B2-444F-A944-D46C29B5F5FF}" type="datetimeFigureOut">
              <a:rPr lang="es-CL" smtClean="0"/>
              <a:t>09-01-2026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4CE20C-086A-D774-3808-42FF2D37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A7EEFB-A571-31CD-2B35-3BA18754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8066-1315-42DE-8AE8-B0D8D03500A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4837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ECBB142-1C6E-7799-BC4E-4E5A8EC6C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45628-82B2-444F-A944-D46C29B5F5FF}" type="datetimeFigureOut">
              <a:rPr lang="es-CL" smtClean="0"/>
              <a:t>09-01-2026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2805779-4704-B4E0-49F0-F3D674C59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23211D-EC8B-0F3B-62F5-3B7939787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8066-1315-42DE-8AE8-B0D8D03500A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596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1D687-7BA7-2467-DE1D-28DD561F9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4FB80F-4CC4-5F2D-959E-0CC8EADF5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DDDE1F-08B6-1142-AEB7-AA748BF9F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34E79B-343F-0180-90E9-9E122F343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45628-82B2-444F-A944-D46C29B5F5FF}" type="datetimeFigureOut">
              <a:rPr lang="es-CL" smtClean="0"/>
              <a:t>09-01-2026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FBBA8B-C4F3-777E-3291-AC3EC435F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6B7C63-0657-2C4B-FBE9-7255279B3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8066-1315-42DE-8AE8-B0D8D03500A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287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C49B7-34BE-FDB9-E768-96AF15C1B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D493BF2-2BF6-2A4E-EA01-AC2C0AA48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3FF9DA-95EC-BAA2-A1A5-AD6622667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2DECA5-7694-64E0-93B9-AB6CB8801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45628-82B2-444F-A944-D46C29B5F5FF}" type="datetimeFigureOut">
              <a:rPr lang="es-CL" smtClean="0"/>
              <a:t>09-01-2026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960D46-6EE9-BE6E-A28B-37509E044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897C96-2860-5715-401D-0CF12012B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8066-1315-42DE-8AE8-B0D8D03500A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645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A8F23-6A84-0FC4-1238-48FD475E8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8BDABD-05D6-801D-7831-A253E5DB6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9A400B-2FE0-AA9B-B7DE-A0FD6EFA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45628-82B2-444F-A944-D46C29B5F5FF}" type="datetimeFigureOut">
              <a:rPr lang="es-CL" smtClean="0"/>
              <a:t>09-01-2026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49DF33-64BC-7145-5E58-44AD9E637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5B0758-84E0-F430-111E-7E168195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8066-1315-42DE-8AE8-B0D8D03500A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217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5A5AD3-496A-ABD2-5F4A-10D06A5016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E7D291-30A2-29BC-BD3C-4C1366687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5D93D7-285C-0D82-52C4-4C7D3141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45628-82B2-444F-A944-D46C29B5F5FF}" type="datetimeFigureOut">
              <a:rPr lang="es-CL" smtClean="0"/>
              <a:t>09-01-2026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3087E5-C490-C47A-9306-089CB0B8C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78D591-0D9F-E4DE-4876-464EBF9F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78066-1315-42DE-8AE8-B0D8D03500A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315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0780697-00F8-D742-A8E8-71A39E474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0B9900-3677-293D-15C1-FBB21ADEB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7689E1-86CA-F098-F68D-C2CC05C1C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145628-82B2-444F-A944-D46C29B5F5FF}" type="datetimeFigureOut">
              <a:rPr lang="es-CL" smtClean="0"/>
              <a:t>09-01-2026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8FF16B-4A69-EFB2-173D-FF96B5480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C538D5-4C8C-93A7-6175-31E29FB6D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78066-1315-42DE-8AE8-B0D8D03500A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0926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fo_cliente">
            <a:extLst>
              <a:ext uri="{FF2B5EF4-FFF2-40B4-BE49-F238E27FC236}">
                <a16:creationId xmlns:a16="http://schemas.microsoft.com/office/drawing/2014/main" id="{12923D0E-540E-3F00-D0C5-598238690FBA}"/>
              </a:ext>
            </a:extLst>
          </p:cNvPr>
          <p:cNvSpPr txBox="1"/>
          <p:nvPr/>
        </p:nvSpPr>
        <p:spPr>
          <a:xfrm>
            <a:off x="3106195" y="255656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dirty="0"/>
              <a:t>hola</a:t>
            </a:r>
            <a:endParaRPr lang="es-CL" dirty="0">
              <a:effectLst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87B6D644-8778-723F-C63F-8318AAB5E05C}"/>
              </a:ext>
            </a:extLst>
          </p:cNvPr>
          <p:cNvSpPr txBox="1"/>
          <p:nvPr/>
        </p:nvSpPr>
        <p:spPr>
          <a:xfrm>
            <a:off x="2989805" y="105359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buNone/>
            </a:pPr>
            <a:r>
              <a:rPr lang="es-CL" sz="4400" b="1" i="0" dirty="0">
                <a:solidFill>
                  <a:srgbClr val="000000"/>
                </a:solidFill>
                <a:effectLst/>
              </a:rPr>
              <a:t>CARTERA VIGENTE</a:t>
            </a:r>
            <a:endParaRPr lang="es-CL" sz="4400" dirty="0">
              <a:effectLst/>
            </a:endParaRPr>
          </a:p>
        </p:txBody>
      </p:sp>
      <p:pic>
        <p:nvPicPr>
          <p:cNvPr id="4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691C706D-E719-ACA8-D8EE-AB63093C80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099" y="3659423"/>
            <a:ext cx="4189412" cy="214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9986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Sebastián Eduardo Valenzuela Garrido</dc:creator>
  <cp:lastModifiedBy>Sebastián Eduardo Valenzuela Garrido</cp:lastModifiedBy>
  <cp:revision>5</cp:revision>
  <dcterms:created xsi:type="dcterms:W3CDTF">2026-01-09T03:17:40Z</dcterms:created>
  <dcterms:modified xsi:type="dcterms:W3CDTF">2026-01-09T04:21:44Z</dcterms:modified>
</cp:coreProperties>
</file>